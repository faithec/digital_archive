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11/1/2023</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231" y="1447800"/>
            <a:ext cx="8825658" cy="3329581"/>
          </a:xfrm>
        </p:spPr>
        <p:txBody>
          <a:bodyPr/>
          <a:lstStyle/>
          <a:p>
            <a:r>
              <a:rPr lang="en-US" b="1" dirty="0" smtClean="0"/>
              <a:t>COMPILER CONSTRUCTION</a:t>
            </a:r>
            <a:br>
              <a:rPr lang="en-US" b="1" dirty="0" smtClean="0"/>
            </a:br>
            <a:r>
              <a:rPr lang="en-US" b="1" dirty="0" smtClean="0"/>
              <a:t>(CSC 312)</a:t>
            </a:r>
            <a:endParaRPr lang="en-US" b="1" dirty="0"/>
          </a:p>
        </p:txBody>
      </p:sp>
    </p:spTree>
    <p:extLst>
      <p:ext uri="{BB962C8B-B14F-4D97-AF65-F5344CB8AC3E}">
        <p14:creationId xmlns:p14="http://schemas.microsoft.com/office/powerpoint/2010/main" val="1260712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COMPILERS</a:t>
            </a:r>
            <a:endParaRPr lang="en-US" dirty="0"/>
          </a:p>
        </p:txBody>
      </p:sp>
      <p:sp>
        <p:nvSpPr>
          <p:cNvPr id="3" name="Content Placeholder 2"/>
          <p:cNvSpPr>
            <a:spLocks noGrp="1"/>
          </p:cNvSpPr>
          <p:nvPr>
            <p:ph idx="1"/>
          </p:nvPr>
        </p:nvSpPr>
        <p:spPr/>
        <p:txBody>
          <a:bodyPr/>
          <a:lstStyle/>
          <a:p>
            <a:pPr marL="0" indent="0" algn="just">
              <a:buNone/>
            </a:pPr>
            <a:r>
              <a:rPr lang="en-US" dirty="0"/>
              <a:t>A compiler is a program that takes source code written in a high-level programming language and translates it into machine code (binary code) that can be executed by a computer. The significance of compilers lies in their ability to convert human-readable code into machine-executable code, thereby enabling the development of complex software applications.</a:t>
            </a:r>
          </a:p>
          <a:p>
            <a:pPr algn="just"/>
            <a:endParaRPr lang="en-US" dirty="0"/>
          </a:p>
        </p:txBody>
      </p:sp>
    </p:spTree>
    <p:extLst>
      <p:ext uri="{BB962C8B-B14F-4D97-AF65-F5344CB8AC3E}">
        <p14:creationId xmlns:p14="http://schemas.microsoft.com/office/powerpoint/2010/main" val="2159934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A COMPILER AND AN INTERPRETER</a:t>
            </a:r>
            <a:endParaRPr lang="en-US" dirty="0"/>
          </a:p>
        </p:txBody>
      </p:sp>
      <p:sp>
        <p:nvSpPr>
          <p:cNvPr id="3" name="Content Placeholder 2"/>
          <p:cNvSpPr>
            <a:spLocks noGrp="1"/>
          </p:cNvSpPr>
          <p:nvPr>
            <p:ph idx="1"/>
          </p:nvPr>
        </p:nvSpPr>
        <p:spPr/>
        <p:txBody>
          <a:bodyPr/>
          <a:lstStyle/>
          <a:p>
            <a:pPr algn="just"/>
            <a:r>
              <a:rPr lang="en-US" b="1" dirty="0"/>
              <a:t>Compiler:</a:t>
            </a:r>
            <a:r>
              <a:rPr lang="en-US" dirty="0"/>
              <a:t> A compiler translates the entire source code of a program into machine code or an intermediate code all at once. It produces an output file (usually an executable binary) that can be executed multiple times without the need for recompilation.</a:t>
            </a:r>
          </a:p>
          <a:p>
            <a:pPr algn="just"/>
            <a:r>
              <a:rPr lang="en-US" b="1" dirty="0"/>
              <a:t>Interpreter:</a:t>
            </a:r>
            <a:r>
              <a:rPr lang="en-US" dirty="0"/>
              <a:t> An interpreter, on the other hand, processes the source code line by line or statement by statement, translating and executing each part immediately. There is no separate compilation step, and the code is executed directly without creating an intermediate binary file.</a:t>
            </a:r>
          </a:p>
          <a:p>
            <a:pPr marL="0" indent="0" algn="just">
              <a:buNone/>
            </a:pPr>
            <a:endParaRPr lang="en-US" dirty="0"/>
          </a:p>
        </p:txBody>
      </p:sp>
    </p:spTree>
    <p:extLst>
      <p:ext uri="{BB962C8B-B14F-4D97-AF65-F5344CB8AC3E}">
        <p14:creationId xmlns:p14="http://schemas.microsoft.com/office/powerpoint/2010/main" val="2704963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COMPILERS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Compilers play a crucial role in software development as they provide a level of abstraction between the programmer and the underlying hardware. This abstraction allows programmers to write code in high-level programming languages, which are easier to read, write, and maintain compared to low-level machine code.</a:t>
            </a:r>
          </a:p>
          <a:p>
            <a:pPr marL="0" indent="0" algn="just">
              <a:buNone/>
            </a:pPr>
            <a:r>
              <a:rPr lang="en-US" dirty="0" smtClean="0"/>
              <a:t>Furthermore</a:t>
            </a:r>
            <a:r>
              <a:rPr lang="en-US" dirty="0"/>
              <a:t>, compilers provide several other important benefits, such as:</a:t>
            </a:r>
          </a:p>
          <a:p>
            <a:pPr lvl="0" algn="just"/>
            <a:r>
              <a:rPr lang="en-US" dirty="0"/>
              <a:t>Portability: Compilers make it possible to write code that can run on multiple platforms, regardless of the underlying hardware.</a:t>
            </a:r>
          </a:p>
          <a:p>
            <a:pPr lvl="0" algn="just"/>
            <a:r>
              <a:rPr lang="en-US" dirty="0"/>
              <a:t>Optimization: Compilers can optimize code to make it run faster and use less memory.</a:t>
            </a:r>
          </a:p>
          <a:p>
            <a:pPr lvl="0" algn="just"/>
            <a:r>
              <a:rPr lang="en-US" dirty="0"/>
              <a:t>Error detection: Compilers can detect syntax and semantic errors during the compilation process, making it easier to identify and fix bugs in the code.</a:t>
            </a:r>
          </a:p>
          <a:p>
            <a:pPr marL="0" indent="0" algn="just">
              <a:buNone/>
            </a:pPr>
            <a:endParaRPr lang="en-US" dirty="0"/>
          </a:p>
        </p:txBody>
      </p:sp>
    </p:spTree>
    <p:extLst>
      <p:ext uri="{BB962C8B-B14F-4D97-AF65-F5344CB8AC3E}">
        <p14:creationId xmlns:p14="http://schemas.microsoft.com/office/powerpoint/2010/main" val="3020755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RELATIONSHIP BETWEEN COMPILERS AND PROGRAMMING LANGUAGES</a:t>
            </a:r>
            <a:r>
              <a:rPr lang="en-US" dirty="0" smtClean="0"/>
              <a:t/>
            </a:r>
            <a:br>
              <a:rPr lang="en-US" dirty="0" smtClean="0"/>
            </a:br>
            <a:endParaRPr lang="en-US" dirty="0"/>
          </a:p>
        </p:txBody>
      </p:sp>
      <p:sp>
        <p:nvSpPr>
          <p:cNvPr id="3" name="Content Placeholder 2"/>
          <p:cNvSpPr>
            <a:spLocks noGrp="1"/>
          </p:cNvSpPr>
          <p:nvPr>
            <p:ph idx="1"/>
          </p:nvPr>
        </p:nvSpPr>
        <p:spPr>
          <a:xfrm>
            <a:off x="646111" y="2516558"/>
            <a:ext cx="8946541" cy="4195481"/>
          </a:xfrm>
        </p:spPr>
        <p:txBody>
          <a:bodyPr>
            <a:normAutofit/>
          </a:bodyPr>
          <a:lstStyle/>
          <a:p>
            <a:pPr marL="0" indent="0" algn="just">
              <a:buNone/>
            </a:pPr>
            <a:r>
              <a:rPr lang="en-US" dirty="0"/>
              <a:t>Compilers and programming languages are closely related, as compilers are responsible for implementing the syntax and semantic rules of a particular programming language. Each programming language has its own set of syntax and semantic rules that determine how code written in that language should be structured and interpreted. Compilers are designed to implement these rules, so that code written in a particular programming language can be translated into machine code that can be executed by a computer</a:t>
            </a:r>
            <a:r>
              <a:rPr lang="en-US" dirty="0" smtClean="0"/>
              <a:t>.</a:t>
            </a:r>
            <a:r>
              <a:rPr lang="en-US" dirty="0"/>
              <a:t> </a:t>
            </a:r>
          </a:p>
        </p:txBody>
      </p:sp>
    </p:spTree>
    <p:extLst>
      <p:ext uri="{BB962C8B-B14F-4D97-AF65-F5344CB8AC3E}">
        <p14:creationId xmlns:p14="http://schemas.microsoft.com/office/powerpoint/2010/main" val="1411517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RELATIONSHIP BETWEEN COMPILERS AND PROGRAMMING LANGUAGES</a:t>
            </a:r>
            <a:r>
              <a:rPr lang="en-US" dirty="0"/>
              <a:t/>
            </a:r>
            <a:br>
              <a:rPr lang="en-US" dirty="0"/>
            </a:br>
            <a:endParaRPr lang="en-US" dirty="0"/>
          </a:p>
        </p:txBody>
      </p:sp>
      <p:sp>
        <p:nvSpPr>
          <p:cNvPr id="3" name="Content Placeholder 2"/>
          <p:cNvSpPr>
            <a:spLocks noGrp="1"/>
          </p:cNvSpPr>
          <p:nvPr>
            <p:ph idx="1"/>
          </p:nvPr>
        </p:nvSpPr>
        <p:spPr>
          <a:xfrm>
            <a:off x="875201" y="2568073"/>
            <a:ext cx="8946541" cy="4195481"/>
          </a:xfrm>
        </p:spPr>
        <p:txBody>
          <a:bodyPr/>
          <a:lstStyle/>
          <a:p>
            <a:pPr marL="0" indent="0" algn="just">
              <a:buNone/>
            </a:pPr>
            <a:r>
              <a:rPr lang="en-US" dirty="0"/>
              <a:t>In other words, compilers serve as the bridge between high-level programming languages and the underlying hardware, enabling programmers to write code in a language that is more abstract and easier to understand, and then converting that code into machine code that can be executed by the computer.</a:t>
            </a:r>
          </a:p>
          <a:p>
            <a:pPr marL="0" indent="0" algn="just">
              <a:buNone/>
            </a:pPr>
            <a:endParaRPr lang="en-US" dirty="0"/>
          </a:p>
        </p:txBody>
      </p:sp>
    </p:spTree>
    <p:extLst>
      <p:ext uri="{BB962C8B-B14F-4D97-AF65-F5344CB8AC3E}">
        <p14:creationId xmlns:p14="http://schemas.microsoft.com/office/powerpoint/2010/main" val="2696567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RELATIONSHIP BETWEEN COMPILERS AND PROGRAMMING LANGUAGES</a:t>
            </a:r>
            <a:r>
              <a:rPr lang="en-US" dirty="0"/>
              <a:t/>
            </a:r>
            <a:br>
              <a:rPr lang="en-US" dirty="0"/>
            </a:br>
            <a:endParaRPr lang="en-US" dirty="0"/>
          </a:p>
        </p:txBody>
      </p:sp>
      <p:sp>
        <p:nvSpPr>
          <p:cNvPr id="3" name="Content Placeholder 2"/>
          <p:cNvSpPr>
            <a:spLocks noGrp="1"/>
          </p:cNvSpPr>
          <p:nvPr>
            <p:ph idx="1"/>
          </p:nvPr>
        </p:nvSpPr>
        <p:spPr>
          <a:xfrm>
            <a:off x="875201" y="2439284"/>
            <a:ext cx="8946541" cy="4195481"/>
          </a:xfrm>
        </p:spPr>
        <p:txBody>
          <a:bodyPr/>
          <a:lstStyle/>
          <a:p>
            <a:pPr marL="0" indent="0" algn="just">
              <a:buNone/>
            </a:pPr>
            <a:r>
              <a:rPr lang="en-US" dirty="0"/>
              <a:t>The relationship between compilers and programming languages is a key aspect of software development, as it enables the development of complex software applications in high-level programming languages, making software development more efficient, scalable, and maintainable.</a:t>
            </a:r>
          </a:p>
          <a:p>
            <a:pPr marL="0" indent="0" algn="just">
              <a:buNone/>
            </a:pPr>
            <a:endParaRPr lang="en-US" dirty="0"/>
          </a:p>
        </p:txBody>
      </p:sp>
    </p:spTree>
    <p:extLst>
      <p:ext uri="{BB962C8B-B14F-4D97-AF65-F5344CB8AC3E}">
        <p14:creationId xmlns:p14="http://schemas.microsoft.com/office/powerpoint/2010/main" val="4146434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GOALS AND TRADE-OFFS IN COMPILER DESIGN</a:t>
            </a:r>
            <a:endParaRPr lang="en-US" dirty="0"/>
          </a:p>
        </p:txBody>
      </p:sp>
      <p:sp>
        <p:nvSpPr>
          <p:cNvPr id="3" name="Content Placeholder 2"/>
          <p:cNvSpPr>
            <a:spLocks noGrp="1"/>
          </p:cNvSpPr>
          <p:nvPr>
            <p:ph idx="1"/>
          </p:nvPr>
        </p:nvSpPr>
        <p:spPr/>
        <p:txBody>
          <a:bodyPr/>
          <a:lstStyle/>
          <a:p>
            <a:pPr marL="0" indent="0" algn="just">
              <a:buNone/>
            </a:pPr>
            <a:r>
              <a:rPr lang="en-US" dirty="0"/>
              <a:t>Design goals and trade-offs in compiler design refer to the set of objectives and considerations that determine the design and implementation of a compiler. The main design goals for a compiler are to produce efficient machine code that accurately implements the syntax and semantic rules of the programming language, and to make the development process as efficient, user-friendly, and reliable as possible</a:t>
            </a:r>
          </a:p>
        </p:txBody>
      </p:sp>
    </p:spTree>
    <p:extLst>
      <p:ext uri="{BB962C8B-B14F-4D97-AF65-F5344CB8AC3E}">
        <p14:creationId xmlns:p14="http://schemas.microsoft.com/office/powerpoint/2010/main" val="2279553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 GOALS AND TRADE-OFFS IN COMPILER DESIGN</a:t>
            </a:r>
            <a:endParaRPr lang="en-US" dirty="0"/>
          </a:p>
        </p:txBody>
      </p:sp>
      <p:sp>
        <p:nvSpPr>
          <p:cNvPr id="3" name="Content Placeholder 2"/>
          <p:cNvSpPr>
            <a:spLocks noGrp="1"/>
          </p:cNvSpPr>
          <p:nvPr>
            <p:ph idx="1"/>
          </p:nvPr>
        </p:nvSpPr>
        <p:spPr/>
        <p:txBody>
          <a:bodyPr/>
          <a:lstStyle/>
          <a:p>
            <a:pPr marL="0" indent="0" algn="just">
              <a:buNone/>
            </a:pPr>
            <a:r>
              <a:rPr lang="en-US" dirty="0"/>
              <a:t>The following are some of the main design goals and trade-offs in compiler design:</a:t>
            </a:r>
          </a:p>
          <a:p>
            <a:pPr lvl="0" algn="just"/>
            <a:r>
              <a:rPr lang="en-US" dirty="0"/>
              <a:t>Code efficiency: The compiler should generate efficient machine code that is optimized for performance and uses resources efficiently.</a:t>
            </a:r>
          </a:p>
          <a:p>
            <a:pPr lvl="0" algn="just"/>
            <a:r>
              <a:rPr lang="en-US" dirty="0"/>
              <a:t>Correctness: The compiler should accurately implement the syntax and semantic rules of the programming language and detect errors in the source code.</a:t>
            </a:r>
          </a:p>
          <a:p>
            <a:pPr lvl="0" algn="just"/>
            <a:r>
              <a:rPr lang="en-US" dirty="0"/>
              <a:t>User-friendliness: The compiler should provide meaningful error messages, warnings, and other feedback to the programmer, and should be easy to use and understand.</a:t>
            </a:r>
          </a:p>
          <a:p>
            <a:pPr marL="0" indent="0" algn="just">
              <a:buNone/>
            </a:pPr>
            <a:endParaRPr lang="en-US" dirty="0"/>
          </a:p>
        </p:txBody>
      </p:sp>
    </p:spTree>
    <p:extLst>
      <p:ext uri="{BB962C8B-B14F-4D97-AF65-F5344CB8AC3E}">
        <p14:creationId xmlns:p14="http://schemas.microsoft.com/office/powerpoint/2010/main" val="3795967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 GOALS AND TRADE-OFFS IN COMPILER DESIGN</a:t>
            </a:r>
            <a:endParaRPr lang="en-US" dirty="0"/>
          </a:p>
        </p:txBody>
      </p:sp>
      <p:sp>
        <p:nvSpPr>
          <p:cNvPr id="3" name="Content Placeholder 2"/>
          <p:cNvSpPr>
            <a:spLocks noGrp="1"/>
          </p:cNvSpPr>
          <p:nvPr>
            <p:ph idx="1"/>
          </p:nvPr>
        </p:nvSpPr>
        <p:spPr/>
        <p:txBody>
          <a:bodyPr/>
          <a:lstStyle/>
          <a:p>
            <a:pPr lvl="0"/>
            <a:r>
              <a:rPr lang="en-US" dirty="0"/>
              <a:t>Portability: The compiler should be designed to work on different hardware platforms and operating systems, and should be able to handle code written in a variety of programming languages.</a:t>
            </a:r>
          </a:p>
          <a:p>
            <a:pPr lvl="0"/>
            <a:r>
              <a:rPr lang="en-US" dirty="0"/>
              <a:t>Compilation speed: The compiler should be designed to process source code quickly and efficiently, and should be able to handle large code bases.</a:t>
            </a:r>
          </a:p>
          <a:p>
            <a:pPr lvl="0"/>
            <a:r>
              <a:rPr lang="en-US" dirty="0"/>
              <a:t>Optimization: The compiler should optimize the generated machine code to make it run faster or use less memory, while balancing the trade-off between optimization and code efficiency.</a:t>
            </a:r>
          </a:p>
          <a:p>
            <a:pPr lvl="0"/>
            <a:r>
              <a:rPr lang="en-US" dirty="0"/>
              <a:t>Maintenance: The compiler should be designed with maintainability in mind, and should be easy to modify and extend as needed.</a:t>
            </a:r>
          </a:p>
          <a:p>
            <a:pPr marL="0" indent="0" algn="just">
              <a:buNone/>
            </a:pPr>
            <a:endParaRPr lang="en-US" dirty="0"/>
          </a:p>
        </p:txBody>
      </p:sp>
    </p:spTree>
    <p:extLst>
      <p:ext uri="{BB962C8B-B14F-4D97-AF65-F5344CB8AC3E}">
        <p14:creationId xmlns:p14="http://schemas.microsoft.com/office/powerpoint/2010/main" val="1756098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 GOALS AND TRADE-OFFS IN COMPILER DESIGN</a:t>
            </a:r>
            <a:endParaRPr lang="en-US" dirty="0"/>
          </a:p>
        </p:txBody>
      </p:sp>
      <p:sp>
        <p:nvSpPr>
          <p:cNvPr id="3" name="Content Placeholder 2"/>
          <p:cNvSpPr>
            <a:spLocks noGrp="1"/>
          </p:cNvSpPr>
          <p:nvPr>
            <p:ph idx="1"/>
          </p:nvPr>
        </p:nvSpPr>
        <p:spPr/>
        <p:txBody>
          <a:bodyPr/>
          <a:lstStyle/>
          <a:p>
            <a:pPr marL="0" indent="0" algn="just">
              <a:buNone/>
            </a:pPr>
            <a:r>
              <a:rPr lang="en-US" dirty="0"/>
              <a:t>Compiler design is a complex process that involves balancing these goals and trade-offs, and finding the right balance will depend on the specific requirements of the programming language and the target hardware platform. The compiler designer must carefully consider the various design goals and trade-offs, and make informed decisions to ensure that the compiler meets the needs of the programming language and the target platform.</a:t>
            </a:r>
          </a:p>
          <a:p>
            <a:pPr algn="just"/>
            <a:endParaRPr lang="en-US" dirty="0"/>
          </a:p>
        </p:txBody>
      </p:sp>
    </p:spTree>
    <p:extLst>
      <p:ext uri="{BB962C8B-B14F-4D97-AF65-F5344CB8AC3E}">
        <p14:creationId xmlns:p14="http://schemas.microsoft.com/office/powerpoint/2010/main" val="21662069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110</TotalTime>
  <Words>851</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COMPILER CONSTRUCTION (CSC 312)</vt:lpstr>
      <vt:lpstr>INTRODUCTION TO COMPILERS</vt:lpstr>
      <vt:lpstr>DIFFERENCE BETWEEN A COMPILER AND AN INTERPRETER</vt:lpstr>
      <vt:lpstr>INTRODUCTION TO COMPILERS </vt:lpstr>
      <vt:lpstr>THE RELATIONSHIP BETWEEN COMPILERS AND PROGRAMMING LANGUAGES </vt:lpstr>
      <vt:lpstr>THE RELATIONSHIP BETWEEN COMPILERS AND PROGRAMMING LANGUAGES </vt:lpstr>
      <vt:lpstr>THE RELATIONSHIP BETWEEN COMPILERS AND PROGRAMMING LANGUAGES </vt:lpstr>
      <vt:lpstr>DESIGN GOALS AND TRADE-OFFS IN COMPILER DESIGN</vt:lpstr>
      <vt:lpstr>DESIGN GOALS AND TRADE-OFFS IN COMPILER DESIGN</vt:lpstr>
      <vt:lpstr>DESIGN GOALS AND TRADE-OFFS IN COMPILER DESIGN</vt:lpstr>
      <vt:lpstr>DESIGN GOALS AND TRADE-OFFS IN COMPILER DESIGN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 (CSC 312)</dc:title>
  <dc:creator>Windows User</dc:creator>
  <cp:lastModifiedBy>Windows User</cp:lastModifiedBy>
  <cp:revision>5</cp:revision>
  <dcterms:created xsi:type="dcterms:W3CDTF">2023-10-25T08:48:45Z</dcterms:created>
  <dcterms:modified xsi:type="dcterms:W3CDTF">2023-11-01T23:55:09Z</dcterms:modified>
</cp:coreProperties>
</file>